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Lst>
  <p:notesMasterIdLst>
    <p:notesMasterId r:id="rId9"/>
  </p:notesMasterIdLst>
  <p:sldIdLst>
    <p:sldId id="475" r:id="rId2"/>
    <p:sldId id="470" r:id="rId3"/>
    <p:sldId id="478" r:id="rId4"/>
    <p:sldId id="462" r:id="rId5"/>
    <p:sldId id="479" r:id="rId6"/>
    <p:sldId id="473" r:id="rId7"/>
    <p:sldId id="468" r:id="rId8"/>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1C3046-7E2A-7311-A45F-74E21D307E25}" v="285" dt="2022-12-27T14:19:10.838"/>
    <p1510:client id="{D457A783-E9AA-4322-ADA6-20194AA5A9BF}" v="67" dt="2022-12-27T13:43:45.1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47" autoAdjust="0"/>
    <p:restoredTop sz="94434" autoAdjust="0"/>
  </p:normalViewPr>
  <p:slideViewPr>
    <p:cSldViewPr snapToGrid="0">
      <p:cViewPr varScale="1">
        <p:scale>
          <a:sx n="82" d="100"/>
          <a:sy n="82" d="100"/>
        </p:scale>
        <p:origin x="941" y="96"/>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s RN" userId="3d81638c2be69416" providerId="LiveId" clId="{5128CB1C-88EF-4F2C-9162-FAA0FF1E6E29}"/>
    <pc:docChg chg="modSld">
      <pc:chgData name="Shreyas RN" userId="3d81638c2be69416" providerId="LiveId" clId="{5128CB1C-88EF-4F2C-9162-FAA0FF1E6E29}" dt="2022-12-28T03:59:14.343" v="144" actId="20577"/>
      <pc:docMkLst>
        <pc:docMk/>
      </pc:docMkLst>
      <pc:sldChg chg="modSp mod">
        <pc:chgData name="Shreyas RN" userId="3d81638c2be69416" providerId="LiveId" clId="{5128CB1C-88EF-4F2C-9162-FAA0FF1E6E29}" dt="2022-12-28T03:59:14.343" v="144" actId="20577"/>
        <pc:sldMkLst>
          <pc:docMk/>
          <pc:sldMk cId="947468273" sldId="475"/>
        </pc:sldMkLst>
        <pc:spChg chg="mod">
          <ac:chgData name="Shreyas RN" userId="3d81638c2be69416" providerId="LiveId" clId="{5128CB1C-88EF-4F2C-9162-FAA0FF1E6E29}" dt="2022-12-28T03:59:14.343" v="144" actId="20577"/>
          <ac:spMkLst>
            <pc:docMk/>
            <pc:sldMk cId="947468273" sldId="475"/>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1A9256-F9C8-48F3-9246-288820D1979F}"/>
              </a:ext>
            </a:extLst>
          </p:cNvPr>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608C6F2-4266-4213-8BF4-8EA0CDC970FA}"/>
              </a:ext>
            </a:extLst>
          </p:cNvPr>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pPr>
                <a:defRPr/>
              </a:pPr>
              <a:t>12/28/2022</a:t>
            </a:fld>
            <a:endParaRPr lang="en-US"/>
          </a:p>
        </p:txBody>
      </p:sp>
      <p:sp>
        <p:nvSpPr>
          <p:cNvPr id="4" name="Slide Image Placeholder 3">
            <a:extLst>
              <a:ext uri="{FF2B5EF4-FFF2-40B4-BE49-F238E27FC236}">
                <a16:creationId xmlns:a16="http://schemas.microsoft.com/office/drawing/2014/main" id="{8B13A30F-9520-44F4-81B2-1BCC447DE50D}"/>
              </a:ext>
            </a:extLst>
          </p:cNvPr>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a:extLst>
              <a:ext uri="{FF2B5EF4-FFF2-40B4-BE49-F238E27FC236}">
                <a16:creationId xmlns:a16="http://schemas.microsoft.com/office/drawing/2014/main" id="{4266252B-3FF1-4DA9-A03B-C61619A4108A}"/>
              </a:ext>
            </a:extLst>
          </p:cNvPr>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77DEBF4-55D6-4B92-B2C6-9B4374F6BE7F}"/>
              </a:ext>
            </a:extLst>
          </p:cNvPr>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B8A1201-67BC-4B63-9687-0E19225243E2}"/>
              </a:ext>
            </a:extLst>
          </p:cNvPr>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a:lvl1pPr>
          </a:lstStyle>
          <a:p>
            <a:pPr>
              <a:defRPr/>
            </a:pPr>
            <a:fld id="{36A1ABE2-8A9C-4371-A477-2D85B6949ADB}" type="slidenum">
              <a:rPr lang="en-US" altLang="en-US"/>
              <a:pPr>
                <a:defRPr/>
              </a:pPr>
              <a:t>‹#›</a:t>
            </a:fld>
            <a:endParaRPr lang="en-US" altLang="en-US"/>
          </a:p>
        </p:txBody>
      </p:sp>
    </p:spTree>
    <p:extLst>
      <p:ext uri="{BB962C8B-B14F-4D97-AF65-F5344CB8AC3E}">
        <p14:creationId xmlns:p14="http://schemas.microsoft.com/office/powerpoint/2010/main" val="33071945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B56918-D4B3-422F-BFF9-D10393CB1268}"/>
              </a:ext>
            </a:extLst>
          </p:cNvPr>
          <p:cNvSpPr>
            <a:spLocks noGrp="1"/>
          </p:cNvSpPr>
          <p:nvPr>
            <p:ph type="dt" sz="half" idx="10"/>
          </p:nvPr>
        </p:nvSpPr>
        <p:spPr/>
        <p:txBody>
          <a:bodyPr/>
          <a:lstStyle>
            <a:lvl1pPr>
              <a:defRPr/>
            </a:lvl1pPr>
          </a:lstStyle>
          <a:p>
            <a:pPr>
              <a:defRPr/>
            </a:pPr>
            <a:fld id="{EB984284-C742-4CDE-BCD1-55F1EACCE4BD}" type="datetime1">
              <a:rPr lang="en-US"/>
              <a:pPr>
                <a:defRPr/>
              </a:pPr>
              <a:t>12/28/2022</a:t>
            </a:fld>
            <a:endParaRPr lang="en-US"/>
          </a:p>
        </p:txBody>
      </p:sp>
      <p:sp>
        <p:nvSpPr>
          <p:cNvPr id="5" name="Footer Placeholder 4">
            <a:extLst>
              <a:ext uri="{FF2B5EF4-FFF2-40B4-BE49-F238E27FC236}">
                <a16:creationId xmlns:a16="http://schemas.microsoft.com/office/drawing/2014/main" id="{A082B6A4-3E11-4AFE-97A2-755EDA1DD9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2D3FD1-471F-422B-AFB8-CC8FCE5DCE6C}"/>
              </a:ext>
            </a:extLst>
          </p:cNvPr>
          <p:cNvSpPr>
            <a:spLocks noGrp="1"/>
          </p:cNvSpPr>
          <p:nvPr>
            <p:ph type="sldNum" sz="quarter" idx="12"/>
          </p:nvPr>
        </p:nvSpPr>
        <p:spPr/>
        <p:txBody>
          <a:bodyPr/>
          <a:lstStyle>
            <a:lvl1pPr>
              <a:defRPr/>
            </a:lvl1pPr>
          </a:lstStyle>
          <a:p>
            <a:pPr>
              <a:defRPr/>
            </a:pPr>
            <a:fld id="{4FAC8F4A-8BCF-4389-A68F-ABDBB8A38460}" type="slidenum">
              <a:rPr lang="en-US" altLang="en-US"/>
              <a:pPr>
                <a:defRPr/>
              </a:pPr>
              <a:t>‹#›</a:t>
            </a:fld>
            <a:endParaRPr lang="en-US" altLang="en-US"/>
          </a:p>
        </p:txBody>
      </p:sp>
    </p:spTree>
    <p:extLst>
      <p:ext uri="{BB962C8B-B14F-4D97-AF65-F5344CB8AC3E}">
        <p14:creationId xmlns:p14="http://schemas.microsoft.com/office/powerpoint/2010/main" val="3918394844"/>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DB27E7-0E5F-45FD-B9BC-82F6ACE50540}"/>
              </a:ext>
            </a:extLst>
          </p:cNvPr>
          <p:cNvSpPr>
            <a:spLocks noGrp="1"/>
          </p:cNvSpPr>
          <p:nvPr>
            <p:ph type="dt" sz="half" idx="10"/>
          </p:nvPr>
        </p:nvSpPr>
        <p:spPr/>
        <p:txBody>
          <a:bodyPr/>
          <a:lstStyle>
            <a:lvl1pPr>
              <a:defRPr/>
            </a:lvl1pPr>
          </a:lstStyle>
          <a:p>
            <a:pPr>
              <a:defRPr/>
            </a:pPr>
            <a:fld id="{78400D6F-81A6-4CA0-8B3C-34372C62B661}" type="datetime1">
              <a:rPr lang="en-US"/>
              <a:pPr>
                <a:defRPr/>
              </a:pPr>
              <a:t>12/28/2022</a:t>
            </a:fld>
            <a:endParaRPr lang="en-US"/>
          </a:p>
        </p:txBody>
      </p:sp>
      <p:sp>
        <p:nvSpPr>
          <p:cNvPr id="5" name="Footer Placeholder 4">
            <a:extLst>
              <a:ext uri="{FF2B5EF4-FFF2-40B4-BE49-F238E27FC236}">
                <a16:creationId xmlns:a16="http://schemas.microsoft.com/office/drawing/2014/main" id="{B5E0F7A6-907E-418D-ABF6-CE0D106D2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36D880-0EA6-4FCD-A723-C393235639F8}"/>
              </a:ext>
            </a:extLst>
          </p:cNvPr>
          <p:cNvSpPr>
            <a:spLocks noGrp="1"/>
          </p:cNvSpPr>
          <p:nvPr>
            <p:ph type="sldNum" sz="quarter" idx="12"/>
          </p:nvPr>
        </p:nvSpPr>
        <p:spPr/>
        <p:txBody>
          <a:bodyPr/>
          <a:lstStyle>
            <a:lvl1pPr>
              <a:defRPr/>
            </a:lvl1pPr>
          </a:lstStyle>
          <a:p>
            <a:pPr>
              <a:defRPr/>
            </a:pPr>
            <a:fld id="{815EC703-C051-410C-8BA1-62752E291E83}" type="slidenum">
              <a:rPr lang="en-US" altLang="en-US"/>
              <a:pPr>
                <a:defRPr/>
              </a:pPr>
              <a:t>‹#›</a:t>
            </a:fld>
            <a:endParaRPr lang="en-US" altLang="en-US"/>
          </a:p>
        </p:txBody>
      </p:sp>
    </p:spTree>
    <p:extLst>
      <p:ext uri="{BB962C8B-B14F-4D97-AF65-F5344CB8AC3E}">
        <p14:creationId xmlns:p14="http://schemas.microsoft.com/office/powerpoint/2010/main" val="3859887381"/>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DAA96-8682-4C88-9622-87E036243D1F}"/>
              </a:ext>
            </a:extLst>
          </p:cNvPr>
          <p:cNvSpPr>
            <a:spLocks noGrp="1"/>
          </p:cNvSpPr>
          <p:nvPr>
            <p:ph type="dt" sz="half" idx="10"/>
          </p:nvPr>
        </p:nvSpPr>
        <p:spPr/>
        <p:txBody>
          <a:bodyPr/>
          <a:lstStyle>
            <a:lvl1pPr>
              <a:defRPr/>
            </a:lvl1pPr>
          </a:lstStyle>
          <a:p>
            <a:pPr>
              <a:defRPr/>
            </a:pPr>
            <a:fld id="{B63234D9-D072-4920-821D-BED01FCB7247}" type="datetime1">
              <a:rPr lang="en-US"/>
              <a:pPr>
                <a:defRPr/>
              </a:pPr>
              <a:t>12/28/2022</a:t>
            </a:fld>
            <a:endParaRPr lang="en-US"/>
          </a:p>
        </p:txBody>
      </p:sp>
      <p:sp>
        <p:nvSpPr>
          <p:cNvPr id="5" name="Footer Placeholder 4">
            <a:extLst>
              <a:ext uri="{FF2B5EF4-FFF2-40B4-BE49-F238E27FC236}">
                <a16:creationId xmlns:a16="http://schemas.microsoft.com/office/drawing/2014/main" id="{F4C29450-6172-4A34-B37F-64FAD195B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3A622E-84FA-417F-BD5A-BE81A4899820}"/>
              </a:ext>
            </a:extLst>
          </p:cNvPr>
          <p:cNvSpPr>
            <a:spLocks noGrp="1"/>
          </p:cNvSpPr>
          <p:nvPr>
            <p:ph type="sldNum" sz="quarter" idx="12"/>
          </p:nvPr>
        </p:nvSpPr>
        <p:spPr/>
        <p:txBody>
          <a:bodyPr/>
          <a:lstStyle>
            <a:lvl1pPr>
              <a:defRPr/>
            </a:lvl1pPr>
          </a:lstStyle>
          <a:p>
            <a:pPr>
              <a:defRPr/>
            </a:pPr>
            <a:fld id="{09A17B78-0E85-43B3-B804-1DD2F629C182}" type="slidenum">
              <a:rPr lang="en-US" altLang="en-US"/>
              <a:pPr>
                <a:defRPr/>
              </a:pPr>
              <a:t>‹#›</a:t>
            </a:fld>
            <a:endParaRPr lang="en-US" altLang="en-US"/>
          </a:p>
        </p:txBody>
      </p:sp>
    </p:spTree>
    <p:extLst>
      <p:ext uri="{BB962C8B-B14F-4D97-AF65-F5344CB8AC3E}">
        <p14:creationId xmlns:p14="http://schemas.microsoft.com/office/powerpoint/2010/main" val="3603603393"/>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0375BCC-EEE9-412B-A532-7314FE84B0C4}"/>
              </a:ext>
            </a:extLst>
          </p:cNvPr>
          <p:cNvSpPr>
            <a:spLocks noGrp="1"/>
          </p:cNvSpPr>
          <p:nvPr>
            <p:ph type="dt" sz="half" idx="10"/>
          </p:nvPr>
        </p:nvSpPr>
        <p:spPr/>
        <p:txBody>
          <a:bodyPr/>
          <a:lstStyle>
            <a:lvl1pPr>
              <a:defRPr/>
            </a:lvl1pPr>
          </a:lstStyle>
          <a:p>
            <a:pPr>
              <a:defRPr/>
            </a:pPr>
            <a:fld id="{74A9FD15-50EB-4E55-A7AC-5D569B5B3C80}" type="datetime1">
              <a:rPr lang="en-US"/>
              <a:pPr>
                <a:defRPr/>
              </a:pPr>
              <a:t>12/28/2022</a:t>
            </a:fld>
            <a:endParaRPr lang="en-US"/>
          </a:p>
        </p:txBody>
      </p:sp>
      <p:sp>
        <p:nvSpPr>
          <p:cNvPr id="6" name="Footer Placeholder 4">
            <a:extLst>
              <a:ext uri="{FF2B5EF4-FFF2-40B4-BE49-F238E27FC236}">
                <a16:creationId xmlns:a16="http://schemas.microsoft.com/office/drawing/2014/main" id="{1E5CB5DD-B599-4B4E-BFCE-CB9E35FBCE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CE3315-9445-4BB5-89D3-235E587ABF37}"/>
              </a:ext>
            </a:extLst>
          </p:cNvPr>
          <p:cNvSpPr>
            <a:spLocks noGrp="1"/>
          </p:cNvSpPr>
          <p:nvPr>
            <p:ph type="sldNum" sz="quarter" idx="12"/>
          </p:nvPr>
        </p:nvSpPr>
        <p:spPr/>
        <p:txBody>
          <a:bodyPr/>
          <a:lstStyle>
            <a:lvl1pPr>
              <a:defRPr/>
            </a:lvl1pPr>
          </a:lstStyle>
          <a:p>
            <a:pPr>
              <a:defRPr/>
            </a:pPr>
            <a:fld id="{010EC4D6-2A5D-45C1-86E3-8BE19A62D209}" type="slidenum">
              <a:rPr lang="en-US" altLang="en-US"/>
              <a:pPr>
                <a:defRPr/>
              </a:pPr>
              <a:t>‹#›</a:t>
            </a:fld>
            <a:endParaRPr lang="en-US" altLang="en-US"/>
          </a:p>
        </p:txBody>
      </p:sp>
    </p:spTree>
    <p:extLst>
      <p:ext uri="{BB962C8B-B14F-4D97-AF65-F5344CB8AC3E}">
        <p14:creationId xmlns:p14="http://schemas.microsoft.com/office/powerpoint/2010/main" val="2991645173"/>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530AD5EF-C609-4119-B375-3771413B48DE}"/>
              </a:ext>
            </a:extLst>
          </p:cNvPr>
          <p:cNvSpPr>
            <a:spLocks noGrp="1"/>
          </p:cNvSpPr>
          <p:nvPr>
            <p:ph type="dt" sz="half" idx="10"/>
          </p:nvPr>
        </p:nvSpPr>
        <p:spPr/>
        <p:txBody>
          <a:bodyPr/>
          <a:lstStyle>
            <a:lvl1pPr>
              <a:defRPr/>
            </a:lvl1pPr>
          </a:lstStyle>
          <a:p>
            <a:pPr>
              <a:defRPr/>
            </a:pPr>
            <a:fld id="{7C50B61E-D197-4188-943F-30B5936FC2F9}" type="datetime1">
              <a:rPr lang="en-US"/>
              <a:pPr>
                <a:defRPr/>
              </a:pPr>
              <a:t>12/28/2022</a:t>
            </a:fld>
            <a:endParaRPr lang="en-US"/>
          </a:p>
        </p:txBody>
      </p:sp>
      <p:sp>
        <p:nvSpPr>
          <p:cNvPr id="8" name="Footer Placeholder 4">
            <a:extLst>
              <a:ext uri="{FF2B5EF4-FFF2-40B4-BE49-F238E27FC236}">
                <a16:creationId xmlns:a16="http://schemas.microsoft.com/office/drawing/2014/main" id="{88A9EBF0-B7B0-4583-92AB-A3431DE6283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83BC57B-A7E4-4277-9D46-579496497245}"/>
              </a:ext>
            </a:extLst>
          </p:cNvPr>
          <p:cNvSpPr>
            <a:spLocks noGrp="1"/>
          </p:cNvSpPr>
          <p:nvPr>
            <p:ph type="sldNum" sz="quarter" idx="12"/>
          </p:nvPr>
        </p:nvSpPr>
        <p:spPr/>
        <p:txBody>
          <a:bodyPr/>
          <a:lstStyle>
            <a:lvl1pPr>
              <a:defRPr/>
            </a:lvl1pPr>
          </a:lstStyle>
          <a:p>
            <a:pPr>
              <a:defRPr/>
            </a:pPr>
            <a:fld id="{F7F6C894-F542-45DE-85A4-2725CE924991}" type="slidenum">
              <a:rPr lang="en-US" altLang="en-US"/>
              <a:pPr>
                <a:defRPr/>
              </a:pPr>
              <a:t>‹#›</a:t>
            </a:fld>
            <a:endParaRPr lang="en-US" altLang="en-US"/>
          </a:p>
        </p:txBody>
      </p:sp>
    </p:spTree>
    <p:extLst>
      <p:ext uri="{BB962C8B-B14F-4D97-AF65-F5344CB8AC3E}">
        <p14:creationId xmlns:p14="http://schemas.microsoft.com/office/powerpoint/2010/main" val="2670619855"/>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1D81C82-41E3-4C7D-816C-58F99A1702F2}"/>
              </a:ext>
            </a:extLst>
          </p:cNvPr>
          <p:cNvSpPr>
            <a:spLocks noGrp="1"/>
          </p:cNvSpPr>
          <p:nvPr>
            <p:ph type="dt" sz="half" idx="10"/>
          </p:nvPr>
        </p:nvSpPr>
        <p:spPr/>
        <p:txBody>
          <a:bodyPr/>
          <a:lstStyle>
            <a:lvl1pPr>
              <a:defRPr/>
            </a:lvl1pPr>
          </a:lstStyle>
          <a:p>
            <a:pPr>
              <a:defRPr/>
            </a:pPr>
            <a:fld id="{6BD41E7F-6671-4D2D-B6AD-20E102447CE3}" type="datetime1">
              <a:rPr lang="en-US"/>
              <a:pPr>
                <a:defRPr/>
              </a:pPr>
              <a:t>12/28/2022</a:t>
            </a:fld>
            <a:endParaRPr lang="en-US"/>
          </a:p>
        </p:txBody>
      </p:sp>
      <p:sp>
        <p:nvSpPr>
          <p:cNvPr id="4" name="Footer Placeholder 4">
            <a:extLst>
              <a:ext uri="{FF2B5EF4-FFF2-40B4-BE49-F238E27FC236}">
                <a16:creationId xmlns:a16="http://schemas.microsoft.com/office/drawing/2014/main" id="{21C23C57-193A-4FFE-AF84-5DDAD50453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00AA421-04F3-46DC-9A65-181848BF7FC6}"/>
              </a:ext>
            </a:extLst>
          </p:cNvPr>
          <p:cNvSpPr>
            <a:spLocks noGrp="1"/>
          </p:cNvSpPr>
          <p:nvPr>
            <p:ph type="sldNum" sz="quarter" idx="12"/>
          </p:nvPr>
        </p:nvSpPr>
        <p:spPr/>
        <p:txBody>
          <a:bodyPr/>
          <a:lstStyle>
            <a:lvl1pPr>
              <a:defRPr/>
            </a:lvl1pPr>
          </a:lstStyle>
          <a:p>
            <a:pPr>
              <a:defRPr/>
            </a:pPr>
            <a:fld id="{389318FD-4EEC-4C57-A972-0B24B85155E4}" type="slidenum">
              <a:rPr lang="en-US" altLang="en-US"/>
              <a:pPr>
                <a:defRPr/>
              </a:pPr>
              <a:t>‹#›</a:t>
            </a:fld>
            <a:endParaRPr lang="en-US" altLang="en-US"/>
          </a:p>
        </p:txBody>
      </p:sp>
    </p:spTree>
    <p:extLst>
      <p:ext uri="{BB962C8B-B14F-4D97-AF65-F5344CB8AC3E}">
        <p14:creationId xmlns:p14="http://schemas.microsoft.com/office/powerpoint/2010/main" val="187477540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218A1C0-5E86-44FA-96CE-D0C3A0911C5A}"/>
              </a:ext>
            </a:extLst>
          </p:cNvPr>
          <p:cNvSpPr>
            <a:spLocks noGrp="1"/>
          </p:cNvSpPr>
          <p:nvPr>
            <p:ph type="dt" sz="half" idx="10"/>
          </p:nvPr>
        </p:nvSpPr>
        <p:spPr/>
        <p:txBody>
          <a:bodyPr/>
          <a:lstStyle>
            <a:lvl1pPr>
              <a:defRPr/>
            </a:lvl1pPr>
          </a:lstStyle>
          <a:p>
            <a:pPr>
              <a:defRPr/>
            </a:pPr>
            <a:fld id="{FAE11748-68B0-424D-A128-8EE4A2F1567E}" type="datetime1">
              <a:rPr lang="en-US"/>
              <a:pPr>
                <a:defRPr/>
              </a:pPr>
              <a:t>12/28/2022</a:t>
            </a:fld>
            <a:endParaRPr lang="en-US"/>
          </a:p>
        </p:txBody>
      </p:sp>
      <p:sp>
        <p:nvSpPr>
          <p:cNvPr id="3" name="Footer Placeholder 4">
            <a:extLst>
              <a:ext uri="{FF2B5EF4-FFF2-40B4-BE49-F238E27FC236}">
                <a16:creationId xmlns:a16="http://schemas.microsoft.com/office/drawing/2014/main" id="{DC30598B-A85E-40F2-B0F9-CC04D8E3F3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0ADC7C-B221-49C5-9757-EBEBB0F9207F}"/>
              </a:ext>
            </a:extLst>
          </p:cNvPr>
          <p:cNvSpPr>
            <a:spLocks noGrp="1"/>
          </p:cNvSpPr>
          <p:nvPr>
            <p:ph type="sldNum" sz="quarter" idx="12"/>
          </p:nvPr>
        </p:nvSpPr>
        <p:spPr/>
        <p:txBody>
          <a:bodyPr/>
          <a:lstStyle>
            <a:lvl1pPr>
              <a:defRPr/>
            </a:lvl1pPr>
          </a:lstStyle>
          <a:p>
            <a:pPr>
              <a:defRPr/>
            </a:pPr>
            <a:fld id="{2F195F4C-44D2-4F45-A0AC-21646A9D27BF}" type="slidenum">
              <a:rPr lang="en-US" altLang="en-US"/>
              <a:pPr>
                <a:defRPr/>
              </a:pPr>
              <a:t>‹#›</a:t>
            </a:fld>
            <a:endParaRPr lang="en-US" altLang="en-US"/>
          </a:p>
        </p:txBody>
      </p:sp>
    </p:spTree>
    <p:extLst>
      <p:ext uri="{BB962C8B-B14F-4D97-AF65-F5344CB8AC3E}">
        <p14:creationId xmlns:p14="http://schemas.microsoft.com/office/powerpoint/2010/main" val="3579266658"/>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79DD4CF-015F-4F62-A63C-9D088FAC4792}"/>
              </a:ext>
            </a:extLst>
          </p:cNvPr>
          <p:cNvSpPr>
            <a:spLocks noGrp="1"/>
          </p:cNvSpPr>
          <p:nvPr>
            <p:ph type="dt" sz="half" idx="10"/>
          </p:nvPr>
        </p:nvSpPr>
        <p:spPr/>
        <p:txBody>
          <a:bodyPr/>
          <a:lstStyle>
            <a:lvl1pPr>
              <a:defRPr/>
            </a:lvl1pPr>
          </a:lstStyle>
          <a:p>
            <a:pPr>
              <a:defRPr/>
            </a:pPr>
            <a:fld id="{7094E8B7-7DCF-4AE2-ACBE-26DA6EBB7347}" type="datetime1">
              <a:rPr lang="en-US"/>
              <a:pPr>
                <a:defRPr/>
              </a:pPr>
              <a:t>12/28/2022</a:t>
            </a:fld>
            <a:endParaRPr lang="en-US"/>
          </a:p>
        </p:txBody>
      </p:sp>
      <p:sp>
        <p:nvSpPr>
          <p:cNvPr id="6" name="Footer Placeholder 4">
            <a:extLst>
              <a:ext uri="{FF2B5EF4-FFF2-40B4-BE49-F238E27FC236}">
                <a16:creationId xmlns:a16="http://schemas.microsoft.com/office/drawing/2014/main" id="{9F56518C-25E4-4791-80CF-9603927DE7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46B593C-043B-40F1-98DA-B1906E58EBEB}"/>
              </a:ext>
            </a:extLst>
          </p:cNvPr>
          <p:cNvSpPr>
            <a:spLocks noGrp="1"/>
          </p:cNvSpPr>
          <p:nvPr>
            <p:ph type="sldNum" sz="quarter" idx="12"/>
          </p:nvPr>
        </p:nvSpPr>
        <p:spPr/>
        <p:txBody>
          <a:bodyPr/>
          <a:lstStyle>
            <a:lvl1pPr>
              <a:defRPr/>
            </a:lvl1pPr>
          </a:lstStyle>
          <a:p>
            <a:pPr>
              <a:defRPr/>
            </a:pPr>
            <a:fld id="{7CD429D7-E526-4101-969E-B40B8D8E48CC}" type="slidenum">
              <a:rPr lang="en-US" altLang="en-US"/>
              <a:pPr>
                <a:defRPr/>
              </a:pPr>
              <a:t>‹#›</a:t>
            </a:fld>
            <a:endParaRPr lang="en-US" altLang="en-US"/>
          </a:p>
        </p:txBody>
      </p:sp>
    </p:spTree>
    <p:extLst>
      <p:ext uri="{BB962C8B-B14F-4D97-AF65-F5344CB8AC3E}">
        <p14:creationId xmlns:p14="http://schemas.microsoft.com/office/powerpoint/2010/main" val="3478220043"/>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B5A9D87-E05A-4D16-A703-1E97A8BA2C34}"/>
              </a:ext>
            </a:extLst>
          </p:cNvPr>
          <p:cNvSpPr>
            <a:spLocks noGrp="1"/>
          </p:cNvSpPr>
          <p:nvPr>
            <p:ph type="dt" sz="half" idx="10"/>
          </p:nvPr>
        </p:nvSpPr>
        <p:spPr/>
        <p:txBody>
          <a:bodyPr/>
          <a:lstStyle>
            <a:lvl1pPr>
              <a:defRPr/>
            </a:lvl1pPr>
          </a:lstStyle>
          <a:p>
            <a:pPr>
              <a:defRPr/>
            </a:pPr>
            <a:fld id="{A58AEAC7-C2C3-44AF-AB2E-36A1774D5378}" type="datetime1">
              <a:rPr lang="en-US"/>
              <a:pPr>
                <a:defRPr/>
              </a:pPr>
              <a:t>12/28/2022</a:t>
            </a:fld>
            <a:endParaRPr lang="en-US"/>
          </a:p>
        </p:txBody>
      </p:sp>
      <p:sp>
        <p:nvSpPr>
          <p:cNvPr id="6" name="Footer Placeholder 4">
            <a:extLst>
              <a:ext uri="{FF2B5EF4-FFF2-40B4-BE49-F238E27FC236}">
                <a16:creationId xmlns:a16="http://schemas.microsoft.com/office/drawing/2014/main" id="{50E92F1C-94F6-478A-96CC-20CEB3BF82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1659F05-47D4-46F4-A7AC-A02AE18D3546}"/>
              </a:ext>
            </a:extLst>
          </p:cNvPr>
          <p:cNvSpPr>
            <a:spLocks noGrp="1"/>
          </p:cNvSpPr>
          <p:nvPr>
            <p:ph type="sldNum" sz="quarter" idx="12"/>
          </p:nvPr>
        </p:nvSpPr>
        <p:spPr/>
        <p:txBody>
          <a:bodyPr/>
          <a:lstStyle>
            <a:lvl1pPr>
              <a:defRPr/>
            </a:lvl1pPr>
          </a:lstStyle>
          <a:p>
            <a:pPr>
              <a:defRPr/>
            </a:pPr>
            <a:fld id="{D66FD7F1-16F9-4E12-83AD-C4245146BA57}" type="slidenum">
              <a:rPr lang="en-US" altLang="en-US"/>
              <a:pPr>
                <a:defRPr/>
              </a:pPr>
              <a:t>‹#›</a:t>
            </a:fld>
            <a:endParaRPr lang="en-US" altLang="en-US"/>
          </a:p>
        </p:txBody>
      </p:sp>
    </p:spTree>
    <p:extLst>
      <p:ext uri="{BB962C8B-B14F-4D97-AF65-F5344CB8AC3E}">
        <p14:creationId xmlns:p14="http://schemas.microsoft.com/office/powerpoint/2010/main" val="199937066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A0AAE25-87DE-4998-B6CE-F47978987C8B}"/>
              </a:ext>
            </a:extLst>
          </p:cNvPr>
          <p:cNvSpPr>
            <a:spLocks noGrp="1"/>
          </p:cNvSpPr>
          <p:nvPr>
            <p:ph type="dt" sz="half" idx="10"/>
          </p:nvPr>
        </p:nvSpPr>
        <p:spPr/>
        <p:txBody>
          <a:bodyPr/>
          <a:lstStyle>
            <a:lvl1pPr>
              <a:defRPr/>
            </a:lvl1pPr>
          </a:lstStyle>
          <a:p>
            <a:pPr>
              <a:defRPr/>
            </a:pPr>
            <a:fld id="{E702336F-006F-49C3-8FF0-2416E12056BA}" type="datetime1">
              <a:rPr lang="en-US"/>
              <a:pPr>
                <a:defRPr/>
              </a:pPr>
              <a:t>12/28/2022</a:t>
            </a:fld>
            <a:endParaRPr lang="en-US"/>
          </a:p>
        </p:txBody>
      </p:sp>
      <p:sp>
        <p:nvSpPr>
          <p:cNvPr id="5" name="Footer Placeholder 4">
            <a:extLst>
              <a:ext uri="{FF2B5EF4-FFF2-40B4-BE49-F238E27FC236}">
                <a16:creationId xmlns:a16="http://schemas.microsoft.com/office/drawing/2014/main" id="{B0A9861B-6D3E-4215-A3D0-377EC12DA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C5A02C-FFC9-401E-8BCD-D06F65B1664C}"/>
              </a:ext>
            </a:extLst>
          </p:cNvPr>
          <p:cNvSpPr>
            <a:spLocks noGrp="1"/>
          </p:cNvSpPr>
          <p:nvPr>
            <p:ph type="sldNum" sz="quarter" idx="12"/>
          </p:nvPr>
        </p:nvSpPr>
        <p:spPr/>
        <p:txBody>
          <a:bodyPr/>
          <a:lstStyle>
            <a:lvl1pPr>
              <a:defRPr/>
            </a:lvl1pPr>
          </a:lstStyle>
          <a:p>
            <a:pPr>
              <a:defRPr/>
            </a:pPr>
            <a:fld id="{F3CA2AFE-CAB8-4467-80DC-C3A4FC1E2718}" type="slidenum">
              <a:rPr lang="en-US" altLang="en-US"/>
              <a:pPr>
                <a:defRPr/>
              </a:pPr>
              <a:t>‹#›</a:t>
            </a:fld>
            <a:endParaRPr lang="en-US" altLang="en-US"/>
          </a:p>
        </p:txBody>
      </p:sp>
    </p:spTree>
    <p:extLst>
      <p:ext uri="{BB962C8B-B14F-4D97-AF65-F5344CB8AC3E}">
        <p14:creationId xmlns:p14="http://schemas.microsoft.com/office/powerpoint/2010/main" val="766143411"/>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64B4638-3310-4031-B55D-BE295B1A7BDC}"/>
              </a:ext>
            </a:extLst>
          </p:cNvPr>
          <p:cNvSpPr>
            <a:spLocks noGrp="1"/>
          </p:cNvSpPr>
          <p:nvPr>
            <p:ph type="dt" sz="half" idx="10"/>
          </p:nvPr>
        </p:nvSpPr>
        <p:spPr/>
        <p:txBody>
          <a:bodyPr/>
          <a:lstStyle>
            <a:lvl1pPr>
              <a:defRPr/>
            </a:lvl1pPr>
          </a:lstStyle>
          <a:p>
            <a:pPr>
              <a:defRPr/>
            </a:pPr>
            <a:fld id="{8C683BFA-96BB-4329-BF2F-32F59AFA4E79}" type="datetime1">
              <a:rPr lang="en-US"/>
              <a:pPr>
                <a:defRPr/>
              </a:pPr>
              <a:t>12/28/2022</a:t>
            </a:fld>
            <a:endParaRPr lang="en-US"/>
          </a:p>
        </p:txBody>
      </p:sp>
      <p:sp>
        <p:nvSpPr>
          <p:cNvPr id="5" name="Footer Placeholder 4">
            <a:extLst>
              <a:ext uri="{FF2B5EF4-FFF2-40B4-BE49-F238E27FC236}">
                <a16:creationId xmlns:a16="http://schemas.microsoft.com/office/drawing/2014/main" id="{9BF7728E-C01A-4686-AD71-F7B61E8209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C71C28-1E00-4F0A-8B9D-A0E460685EFB}"/>
              </a:ext>
            </a:extLst>
          </p:cNvPr>
          <p:cNvSpPr>
            <a:spLocks noGrp="1"/>
          </p:cNvSpPr>
          <p:nvPr>
            <p:ph type="sldNum" sz="quarter" idx="12"/>
          </p:nvPr>
        </p:nvSpPr>
        <p:spPr/>
        <p:txBody>
          <a:bodyPr/>
          <a:lstStyle>
            <a:lvl1pPr>
              <a:defRPr/>
            </a:lvl1pPr>
          </a:lstStyle>
          <a:p>
            <a:pPr>
              <a:defRPr/>
            </a:pPr>
            <a:fld id="{3DDD8426-6957-4B5B-B927-2BE994D1B7C1}" type="slidenum">
              <a:rPr lang="en-US" altLang="en-US"/>
              <a:pPr>
                <a:defRPr/>
              </a:pPr>
              <a:t>‹#›</a:t>
            </a:fld>
            <a:endParaRPr lang="en-US" altLang="en-US"/>
          </a:p>
        </p:txBody>
      </p:sp>
    </p:spTree>
    <p:extLst>
      <p:ext uri="{BB962C8B-B14F-4D97-AF65-F5344CB8AC3E}">
        <p14:creationId xmlns:p14="http://schemas.microsoft.com/office/powerpoint/2010/main" val="289399607"/>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A3E1B4-65C6-415A-9681-D05B402B0E8D}"/>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566853-DAEB-4CB7-818F-723C37230FE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04BD739-9829-4F69-BC53-75013DDD1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pPr>
                <a:defRPr/>
              </a:pPr>
              <a:t>12/28/2022</a:t>
            </a:fld>
            <a:endParaRPr lang="en-US"/>
          </a:p>
        </p:txBody>
      </p:sp>
      <p:sp>
        <p:nvSpPr>
          <p:cNvPr id="5" name="Footer Placeholder 4">
            <a:extLst>
              <a:ext uri="{FF2B5EF4-FFF2-40B4-BE49-F238E27FC236}">
                <a16:creationId xmlns:a16="http://schemas.microsoft.com/office/drawing/2014/main" id="{505F0A4C-9308-45AA-A1AA-7B038DC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142AE0DB-89DF-4A35-9269-9E85DEA2E36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BF7CE3-29D9-4203-A481-45960E76618F}" type="slidenum">
              <a:rPr lang="en-US" altLang="en-US"/>
              <a:pPr>
                <a:defRPr/>
              </a:pPr>
              <a:t>‹#›</a:t>
            </a:fld>
            <a:endParaRPr lang="en-US" altLang="en-US"/>
          </a:p>
        </p:txBody>
      </p:sp>
      <p:pic>
        <p:nvPicPr>
          <p:cNvPr id="1031" name="Picture 7">
            <a:extLst>
              <a:ext uri="{FF2B5EF4-FFF2-40B4-BE49-F238E27FC236}">
                <a16:creationId xmlns:a16="http://schemas.microsoft.com/office/drawing/2014/main" id="{102663E2-6C69-49E4-9FEB-A0ED3DD955F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0704"/>
            <a:ext cx="10515600" cy="1114362"/>
          </a:xfrm>
        </p:spPr>
        <p:txBody>
          <a:bodyPr/>
          <a:lstStyle/>
          <a:p>
            <a:pPr algn="ctr"/>
            <a:r>
              <a:rPr lang="en-IN" altLang="en-US" sz="2800" b="1" dirty="0">
                <a:solidFill>
                  <a:srgbClr val="FF0000"/>
                </a:solidFill>
                <a:latin typeface="Times New Roman"/>
                <a:cs typeface="Times New Roman"/>
              </a:rPr>
              <a:t>Innovative Projects- Raspberry-pi Using Python (CSE1003) </a:t>
            </a:r>
            <a:br>
              <a:rPr lang="en-IN" sz="2800" b="1" dirty="0">
                <a:latin typeface="Times New Roman" panose="02020603050405020304" pitchFamily="18" charset="0"/>
                <a:cs typeface="Times New Roman" panose="02020603050405020304" pitchFamily="18" charset="0"/>
              </a:rPr>
            </a:br>
            <a:r>
              <a:rPr lang="en-US" sz="2400" b="1" dirty="0">
                <a:solidFill>
                  <a:srgbClr val="0070C0"/>
                </a:solidFill>
                <a:latin typeface="Times New Roman"/>
                <a:ea typeface="Tahoma"/>
                <a:cs typeface="Times New Roman"/>
              </a:rPr>
              <a:t>Phase –II Review Presentation  </a:t>
            </a:r>
            <a:br>
              <a:rPr lang="en-US" sz="2400" b="1" dirty="0">
                <a:latin typeface="Times New Roman" panose="02020603050405020304" pitchFamily="18" charset="0"/>
                <a:ea typeface="Tahoma" pitchFamily="34" charset="0"/>
                <a:cs typeface="Times New Roman" panose="02020603050405020304" pitchFamily="18" charset="0"/>
              </a:rPr>
            </a:br>
            <a:r>
              <a:rPr lang="en-US" sz="2400" b="1" dirty="0">
                <a:solidFill>
                  <a:srgbClr val="0070C0"/>
                </a:solidFill>
                <a:latin typeface="Times New Roman"/>
                <a:ea typeface="Tahoma"/>
                <a:cs typeface="Times New Roman"/>
              </a:rPr>
              <a:t>TITLE OF THE PROJECT</a:t>
            </a:r>
            <a:br>
              <a:rPr lang="en-US" sz="2400" b="1" dirty="0">
                <a:latin typeface="Times New Roman" panose="02020603050405020304" pitchFamily="18" charset="0"/>
                <a:ea typeface="Tahoma" pitchFamily="34" charset="0"/>
                <a:cs typeface="Times New Roman" panose="02020603050405020304" pitchFamily="18" charset="0"/>
              </a:rPr>
            </a:br>
            <a:r>
              <a:rPr lang="en-US" sz="2400" b="1" dirty="0">
                <a:solidFill>
                  <a:srgbClr val="FF0000"/>
                </a:solidFill>
                <a:latin typeface="Times New Roman"/>
                <a:ea typeface="Tahoma"/>
                <a:cs typeface="Times New Roman"/>
              </a:rPr>
              <a:t>AUTOMATIC VENDING MACHINE FOR RECYCLEABLE WATER WASTE USING RASPBERRY PI</a:t>
            </a:r>
            <a:endParaRPr lang="en-US" sz="2400" dirty="0">
              <a:latin typeface="Times New Roman"/>
              <a:ea typeface="+mj-lt"/>
              <a:cs typeface="Times New Roman"/>
            </a:endParaRPr>
          </a:p>
          <a:p>
            <a:pPr algn="ctr"/>
            <a:br>
              <a:rPr lang="en-US" sz="2400" b="1" dirty="0">
                <a:latin typeface="Times New Roman" panose="02020603050405020304" pitchFamily="18" charset="0"/>
                <a:ea typeface="Tahoma"/>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11040"/>
            <a:ext cx="10515600" cy="3971561"/>
          </a:xfrm>
        </p:spPr>
        <p:txBody>
          <a:bodyPr/>
          <a:lstStyle/>
          <a:p>
            <a:pPr marL="0" indent="0" algn="ctr">
              <a:buNone/>
            </a:pPr>
            <a:r>
              <a:rPr lang="en-US" sz="1400" b="1" dirty="0">
                <a:solidFill>
                  <a:srgbClr val="A71180"/>
                </a:solidFill>
                <a:latin typeface="Times New Roman" panose="02020603050405020304" pitchFamily="18" charset="0"/>
                <a:cs typeface="Times New Roman" panose="02020603050405020304" pitchFamily="18" charset="0"/>
              </a:rPr>
              <a:t>Submitted to the Presidency University, Bengaluru in partial fulfillment of the requirements for the Innovative Project- Raspberry-pi using Python</a:t>
            </a:r>
          </a:p>
          <a:p>
            <a:pPr marL="0" indent="0" algn="ctr">
              <a:buNone/>
            </a:pPr>
            <a:r>
              <a:rPr lang="en-US" sz="1400" b="1" dirty="0">
                <a:solidFill>
                  <a:schemeClr val="accent6">
                    <a:lumMod val="75000"/>
                  </a:schemeClr>
                </a:solidFill>
                <a:latin typeface="Times New Roman"/>
                <a:cs typeface="Times New Roman"/>
              </a:rPr>
              <a:t>By</a:t>
            </a:r>
            <a:r>
              <a:rPr lang="en-US" sz="1800" b="1" dirty="0">
                <a:solidFill>
                  <a:srgbClr val="FF0000"/>
                </a:solidFill>
                <a:latin typeface="Times New Roman"/>
                <a:cs typeface="Times New Roman"/>
              </a:rPr>
              <a:t>IPR-141</a:t>
            </a:r>
            <a:endParaRPr lang="en-US" sz="1800" b="1" dirty="0">
              <a:solidFill>
                <a:srgbClr val="FF0000"/>
              </a:solidFill>
              <a:latin typeface="Times New Roman" panose="02020603050405020304" pitchFamily="18" charset="0"/>
              <a:cs typeface="Times New Roman" panose="02020603050405020304" pitchFamily="18" charset="0"/>
            </a:endParaRPr>
          </a:p>
          <a:p>
            <a:pPr marL="0" indent="0" algn="ctr">
              <a:buNone/>
            </a:pPr>
            <a:endParaRPr lang="en-US" sz="1400" b="1"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ctr">
              <a:buNone/>
            </a:pPr>
            <a:endParaRPr lang="en-US" sz="1800" b="1" dirty="0">
              <a:solidFill>
                <a:schemeClr val="accent6">
                  <a:lumMod val="75000"/>
                </a:schemeClr>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lgn="ctr" eaLnBrk="1" hangingPunct="1">
              <a:buNone/>
              <a:defRPr/>
            </a:pPr>
            <a:r>
              <a:rPr lang="en-IN" sz="1400" b="1" dirty="0">
                <a:latin typeface="Times New Roman" panose="02020603050405020304" pitchFamily="18" charset="0"/>
                <a:cs typeface="Times New Roman" panose="02020603050405020304" pitchFamily="18" charset="0"/>
              </a:rPr>
              <a:t>Under the supervision of </a:t>
            </a:r>
          </a:p>
          <a:p>
            <a:pPr marL="0" indent="0" algn="ctr" eaLnBrk="1" hangingPunct="1">
              <a:buNone/>
              <a:defRPr/>
            </a:pPr>
            <a:r>
              <a:rPr lang="en-IN" sz="2400" b="1" dirty="0" err="1">
                <a:solidFill>
                  <a:srgbClr val="C00000"/>
                </a:solidFill>
                <a:latin typeface="Times New Roman"/>
                <a:cs typeface="Times New Roman"/>
              </a:rPr>
              <a:t>Dr.Saritha</a:t>
            </a:r>
            <a:r>
              <a:rPr lang="en-IN" sz="2400" b="1" dirty="0">
                <a:solidFill>
                  <a:srgbClr val="C00000"/>
                </a:solidFill>
                <a:latin typeface="Times New Roman"/>
                <a:cs typeface="Times New Roman"/>
              </a:rPr>
              <a:t> K </a:t>
            </a:r>
            <a:br>
              <a:rPr lang="en-IN" sz="1800" b="1" dirty="0">
                <a:latin typeface="Times New Roman" panose="02020603050405020304" pitchFamily="18" charset="0"/>
                <a:cs typeface="Times New Roman" panose="02020603050405020304" pitchFamily="18" charset="0"/>
              </a:rPr>
            </a:br>
            <a:r>
              <a:rPr lang="en-IN" sz="1200" b="1" dirty="0">
                <a:solidFill>
                  <a:srgbClr val="C00000"/>
                </a:solidFill>
                <a:latin typeface="Times New Roman"/>
                <a:cs typeface="Times New Roman"/>
              </a:rPr>
              <a:t>Associate Professor</a:t>
            </a:r>
            <a:br>
              <a:rPr lang="en-IN" sz="1100" b="1" dirty="0">
                <a:latin typeface="Times New Roman" panose="02020603050405020304" pitchFamily="18" charset="0"/>
                <a:cs typeface="Times New Roman" panose="02020603050405020304" pitchFamily="18" charset="0"/>
              </a:rPr>
            </a:br>
            <a:r>
              <a:rPr lang="en-US" sz="1400" b="1" dirty="0">
                <a:solidFill>
                  <a:srgbClr val="C00000"/>
                </a:solidFill>
                <a:latin typeface="Times New Roman"/>
                <a:cs typeface="Times New Roman"/>
              </a:rPr>
              <a:t>Department of Computer Science and Engineering</a:t>
            </a:r>
            <a:br>
              <a:rPr lang="en-US" sz="1400" b="1" dirty="0">
                <a:latin typeface="Times New Roman" panose="02020603050405020304" pitchFamily="18" charset="0"/>
                <a:cs typeface="Times New Roman" panose="02020603050405020304" pitchFamily="18" charset="0"/>
              </a:rPr>
            </a:br>
            <a:br>
              <a:rPr lang="en-US" sz="1050" b="1" dirty="0">
                <a:latin typeface="Times New Roman" panose="02020603050405020304" pitchFamily="18" charset="0"/>
                <a:cs typeface="Times New Roman" panose="02020603050405020304" pitchFamily="18" charset="0"/>
              </a:rPr>
            </a:br>
            <a:r>
              <a:rPr lang="en-US" sz="1400" b="1" dirty="0">
                <a:solidFill>
                  <a:srgbClr val="92D050"/>
                </a:solidFill>
                <a:latin typeface="Times New Roman"/>
                <a:cs typeface="Times New Roman"/>
              </a:rPr>
              <a:t>November  , 2022</a:t>
            </a:r>
            <a:endParaRPr lang="en-IN" sz="2400" b="1" dirty="0">
              <a:solidFill>
                <a:srgbClr val="92D050"/>
              </a:solidFill>
              <a:latin typeface="Times New Roman"/>
              <a:cs typeface="Times New Roman"/>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a:t>
            </a:fld>
            <a:endParaRPr lang="en-US" altLang="en-US"/>
          </a:p>
        </p:txBody>
      </p:sp>
      <p:graphicFrame>
        <p:nvGraphicFramePr>
          <p:cNvPr id="5" name="Table 4"/>
          <p:cNvGraphicFramePr>
            <a:graphicFrameLocks noGrp="1"/>
          </p:cNvGraphicFramePr>
          <p:nvPr>
            <p:extLst>
              <p:ext uri="{D42A27DB-BD31-4B8C-83A1-F6EECF244321}">
                <p14:modId xmlns:p14="http://schemas.microsoft.com/office/powerpoint/2010/main" val="1990504754"/>
              </p:ext>
            </p:extLst>
          </p:nvPr>
        </p:nvGraphicFramePr>
        <p:xfrm>
          <a:off x="3407433" y="2516037"/>
          <a:ext cx="5321551" cy="2194560"/>
        </p:xfrm>
        <a:graphic>
          <a:graphicData uri="http://schemas.openxmlformats.org/drawingml/2006/table">
            <a:tbl>
              <a:tblPr firstRow="1" bandRow="1">
                <a:tableStyleId>{5C22544A-7EE6-4342-B048-85BDC9FD1C3A}</a:tableStyleId>
              </a:tblPr>
              <a:tblGrid>
                <a:gridCol w="2689411">
                  <a:extLst>
                    <a:ext uri="{9D8B030D-6E8A-4147-A177-3AD203B41FA5}">
                      <a16:colId xmlns:a16="http://schemas.microsoft.com/office/drawing/2014/main" val="2689928737"/>
                    </a:ext>
                  </a:extLst>
                </a:gridCol>
                <a:gridCol w="2632140">
                  <a:extLst>
                    <a:ext uri="{9D8B030D-6E8A-4147-A177-3AD203B41FA5}">
                      <a16:colId xmlns:a16="http://schemas.microsoft.com/office/drawing/2014/main" val="3965538731"/>
                    </a:ext>
                  </a:extLst>
                </a:gridCol>
              </a:tblGrid>
              <a:tr h="358588">
                <a:tc>
                  <a:txBody>
                    <a:bodyPr/>
                    <a:lstStyle/>
                    <a:p>
                      <a:pPr algn="ctr"/>
                      <a:r>
                        <a:rPr lang="en-US" dirty="0">
                          <a:latin typeface="Times New Roman" panose="02020603050405020304" pitchFamily="18" charset="0"/>
                          <a:cs typeface="Times New Roman" panose="02020603050405020304" pitchFamily="18" charset="0"/>
                        </a:rPr>
                        <a:t>Name </a:t>
                      </a:r>
                    </a:p>
                  </a:txBody>
                  <a:tcPr/>
                </a:tc>
                <a:tc>
                  <a:txBody>
                    <a:bodyPr/>
                    <a:lstStyle/>
                    <a:p>
                      <a:pPr algn="ctr"/>
                      <a:r>
                        <a:rPr lang="en-US" dirty="0">
                          <a:latin typeface="Times New Roman" panose="02020603050405020304" pitchFamily="18" charset="0"/>
                          <a:cs typeface="Times New Roman" panose="02020603050405020304" pitchFamily="18" charset="0"/>
                        </a:rPr>
                        <a:t>Roll Number</a:t>
                      </a:r>
                    </a:p>
                  </a:txBody>
                  <a:tcPr/>
                </a:tc>
                <a:extLst>
                  <a:ext uri="{0D108BD9-81ED-4DB2-BD59-A6C34878D82A}">
                    <a16:rowId xmlns:a16="http://schemas.microsoft.com/office/drawing/2014/main" val="2965105319"/>
                  </a:ext>
                </a:extLst>
              </a:tr>
              <a:tr h="333591">
                <a:tc>
                  <a:txBody>
                    <a:bodyPr/>
                    <a:lstStyle/>
                    <a:p>
                      <a:pPr algn="ctr"/>
                      <a:r>
                        <a:rPr lang="en-US" dirty="0">
                          <a:latin typeface="Times New Roman"/>
                          <a:cs typeface="Times New Roman"/>
                        </a:rPr>
                        <a:t>MONICA V</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a:cs typeface="Times New Roman"/>
                        </a:rPr>
                        <a:t>20211CSG0067</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333591">
                <a:tc>
                  <a:txBody>
                    <a:bodyPr/>
                    <a:lstStyle/>
                    <a:p>
                      <a:pPr algn="ctr"/>
                      <a:r>
                        <a:rPr lang="en-US" dirty="0">
                          <a:latin typeface="Times New Roman"/>
                          <a:cs typeface="Times New Roman"/>
                        </a:rPr>
                        <a:t>VAIBHAV V</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a:cs typeface="Times New Roman"/>
                        </a:rPr>
                        <a:t>20211CAI0108</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5509489"/>
                  </a:ext>
                </a:extLst>
              </a:tr>
              <a:tr h="333591">
                <a:tc>
                  <a:txBody>
                    <a:bodyPr/>
                    <a:lstStyle/>
                    <a:p>
                      <a:pPr algn="ctr"/>
                      <a:r>
                        <a:rPr lang="en-US" dirty="0">
                          <a:latin typeface="Times New Roman"/>
                          <a:cs typeface="Times New Roman"/>
                        </a:rPr>
                        <a:t>SHREYAS R N</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a:cs typeface="Times New Roman"/>
                        </a:rPr>
                        <a:t>20211CST0118</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78268189"/>
                  </a:ext>
                </a:extLst>
              </a:tr>
              <a:tr h="333591">
                <a:tc>
                  <a:txBody>
                    <a:bodyPr/>
                    <a:lstStyle/>
                    <a:p>
                      <a:pPr algn="ctr"/>
                      <a:r>
                        <a:rPr lang="en-US" dirty="0">
                          <a:latin typeface="Times New Roman"/>
                          <a:cs typeface="Times New Roman"/>
                        </a:rPr>
                        <a:t>AISHWARYA  S</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a:cs typeface="Times New Roman"/>
                        </a:rPr>
                        <a:t>20211ECE0281</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13316552"/>
                  </a:ext>
                </a:extLst>
              </a:tr>
              <a:tr h="333591">
                <a:tc>
                  <a:txBody>
                    <a:bodyPr/>
                    <a:lstStyle/>
                    <a:p>
                      <a:pPr lvl="0" algn="ctr">
                        <a:buNone/>
                      </a:pPr>
                      <a:r>
                        <a:rPr lang="en-US" dirty="0">
                          <a:latin typeface="Times New Roman"/>
                          <a:cs typeface="Times New Roman"/>
                        </a:rPr>
                        <a:t>BHARATH H D</a:t>
                      </a:r>
                    </a:p>
                  </a:txBody>
                  <a:tcPr/>
                </a:tc>
                <a:tc>
                  <a:txBody>
                    <a:bodyPr/>
                    <a:lstStyle/>
                    <a:p>
                      <a:pPr lvl="0" algn="ctr">
                        <a:buNone/>
                      </a:pPr>
                      <a:r>
                        <a:rPr lang="en-US" dirty="0">
                          <a:latin typeface="Times New Roman"/>
                          <a:cs typeface="Times New Roman"/>
                        </a:rPr>
                        <a:t>20211EEE0019</a:t>
                      </a:r>
                    </a:p>
                  </a:txBody>
                  <a:tcPr/>
                </a:tc>
                <a:extLst>
                  <a:ext uri="{0D108BD9-81ED-4DB2-BD59-A6C34878D82A}">
                    <a16:rowId xmlns:a16="http://schemas.microsoft.com/office/drawing/2014/main" val="3359587544"/>
                  </a:ext>
                </a:extLst>
              </a:tr>
            </a:tbl>
          </a:graphicData>
        </a:graphic>
      </p:graphicFrame>
    </p:spTree>
    <p:extLst>
      <p:ext uri="{BB962C8B-B14F-4D97-AF65-F5344CB8AC3E}">
        <p14:creationId xmlns:p14="http://schemas.microsoft.com/office/powerpoint/2010/main" val="947468273"/>
      </p:ext>
    </p:extLst>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521" y="5691"/>
            <a:ext cx="10515600" cy="564887"/>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Project Brief Summery</a:t>
            </a:r>
          </a:p>
        </p:txBody>
      </p:sp>
      <p:sp>
        <p:nvSpPr>
          <p:cNvPr id="3" name="Content Placeholder 2"/>
          <p:cNvSpPr>
            <a:spLocks noGrp="1"/>
          </p:cNvSpPr>
          <p:nvPr>
            <p:ph idx="1"/>
          </p:nvPr>
        </p:nvSpPr>
        <p:spPr>
          <a:xfrm>
            <a:off x="838200" y="584956"/>
            <a:ext cx="10515600" cy="6148497"/>
          </a:xfrm>
        </p:spPr>
        <p:txBody>
          <a:bodyPr/>
          <a:lstStyle/>
          <a:p>
            <a:r>
              <a:rPr lang="en-US" sz="2400" dirty="0">
                <a:latin typeface="Times New Roman"/>
                <a:cs typeface="Times New Roman"/>
              </a:rPr>
              <a:t>Our model basically works as a reverse vending machine , the main feature of our model is that it is a smart machine for Plastic disposal </a:t>
            </a:r>
            <a:r>
              <a:rPr lang="en-US" sz="2400" dirty="0" err="1">
                <a:latin typeface="Times New Roman"/>
                <a:cs typeface="Times New Roman"/>
              </a:rPr>
              <a:t>i.e</a:t>
            </a:r>
            <a:r>
              <a:rPr lang="en-US" sz="2400" dirty="0">
                <a:latin typeface="Times New Roman"/>
                <a:cs typeface="Times New Roman"/>
              </a:rPr>
              <a:t> , it  accepts plastic cans for recycling and in return dispenses drinking</a:t>
            </a:r>
            <a:r>
              <a:rPr lang="en-US" sz="2400" b="1" dirty="0">
                <a:latin typeface="Times New Roman"/>
                <a:cs typeface="Times New Roman"/>
              </a:rPr>
              <a:t> </a:t>
            </a:r>
            <a:r>
              <a:rPr lang="en-US" sz="2400" dirty="0">
                <a:latin typeface="Times New Roman"/>
                <a:cs typeface="Times New Roman"/>
              </a:rPr>
              <a:t>water</a:t>
            </a:r>
            <a:endParaRPr lang="en-US" sz="2400" dirty="0">
              <a:latin typeface="Times New Roman"/>
              <a:ea typeface="+mn-lt"/>
              <a:cs typeface="Times New Roman"/>
            </a:endParaRPr>
          </a:p>
          <a:p>
            <a:r>
              <a:rPr lang="en-US" sz="2400" dirty="0">
                <a:latin typeface="Times New Roman"/>
                <a:cs typeface="Times New Roman"/>
              </a:rPr>
              <a:t> In our daily life we get to see many plastic bottles in landfills , floating on rivers and on sidewalks . It is approximated that 46000 pieces of plastic trash are floating on the ocean per square </a:t>
            </a:r>
            <a:r>
              <a:rPr lang="en-US" sz="2400" dirty="0" err="1">
                <a:latin typeface="Times New Roman"/>
                <a:cs typeface="Times New Roman"/>
              </a:rPr>
              <a:t>mile.Each</a:t>
            </a:r>
            <a:r>
              <a:rPr lang="en-US" sz="2400" dirty="0">
                <a:latin typeface="Times New Roman"/>
                <a:cs typeface="Times New Roman"/>
              </a:rPr>
              <a:t> bottle can take up to one thousand years to decompose , leaking dangerous and harmful chemicals during the process . So our main aim is to collect all these plastic and provide something to the society.</a:t>
            </a:r>
            <a:endParaRPr lang="en-US" sz="2400" dirty="0">
              <a:latin typeface="Times New Roman"/>
              <a:ea typeface="+mn-lt"/>
              <a:cs typeface="Times New Roman"/>
            </a:endParaRPr>
          </a:p>
          <a:p>
            <a:r>
              <a:rPr lang="en-US" sz="2400" dirty="0">
                <a:latin typeface="Times New Roman"/>
                <a:cs typeface="Times New Roman"/>
              </a:rPr>
              <a:t>This model uses a IR sensor to ensure that the input is plastic like PET bottles . Once the garbage enters the bin,  data will be sent to raspberry pi through IR sensor. If the input bottle satisfies the conditions, a signal will be sent to the aqua pump and dispenses the water.</a:t>
            </a:r>
            <a:endParaRPr lang="en-US" sz="2400" dirty="0">
              <a:latin typeface="Times New Roman"/>
              <a:ea typeface="+mn-lt"/>
              <a:cs typeface="Times New Roman"/>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a:t>
            </a:fld>
            <a:endParaRPr lang="en-US" altLang="en-US"/>
          </a:p>
        </p:txBody>
      </p:sp>
    </p:spTree>
    <p:extLst>
      <p:ext uri="{BB962C8B-B14F-4D97-AF65-F5344CB8AC3E}">
        <p14:creationId xmlns:p14="http://schemas.microsoft.com/office/powerpoint/2010/main" val="816428933"/>
      </p:ext>
    </p:extLst>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137034" y="609597"/>
            <a:ext cx="9392421" cy="1330841"/>
          </a:xfrm>
        </p:spPr>
        <p:txBody>
          <a:bodyPr>
            <a:normAutofit/>
          </a:bodyPr>
          <a:lstStyle/>
          <a:p>
            <a:r>
              <a:rPr lang="en-IN" b="1">
                <a:latin typeface="Times New Roman" panose="02020603050405020304" pitchFamily="18" charset="0"/>
                <a:cs typeface="Times New Roman" panose="02020603050405020304" pitchFamily="18" charset="0"/>
              </a:rPr>
              <a:t>Challenges Faced in Project</a:t>
            </a:r>
          </a:p>
        </p:txBody>
      </p:sp>
      <p:sp>
        <p:nvSpPr>
          <p:cNvPr id="3" name="Content Placeholder 2"/>
          <p:cNvSpPr>
            <a:spLocks noGrp="1"/>
          </p:cNvSpPr>
          <p:nvPr>
            <p:ph idx="1"/>
          </p:nvPr>
        </p:nvSpPr>
        <p:spPr>
          <a:xfrm>
            <a:off x="1137034" y="2198362"/>
            <a:ext cx="4958966" cy="3917773"/>
          </a:xfrm>
        </p:spPr>
        <p:txBody>
          <a:bodyPr>
            <a:normAutofit/>
          </a:bodyPr>
          <a:lstStyle/>
          <a:p>
            <a:r>
              <a:rPr lang="en-IN" sz="2000">
                <a:latin typeface="Times New Roman"/>
                <a:cs typeface="Times New Roman"/>
              </a:rPr>
              <a:t>To work raspberry pi we have to download raspberry pi imager and OS software to a SD card which is quite long process. </a:t>
            </a:r>
            <a:endParaRPr lang="en-US" sz="2000">
              <a:latin typeface="Times New Roman"/>
              <a:ea typeface="+mn-lt"/>
              <a:cs typeface="Times New Roman"/>
            </a:endParaRPr>
          </a:p>
          <a:p>
            <a:r>
              <a:rPr lang="en-IN" sz="2000">
                <a:latin typeface="Times New Roman"/>
                <a:cs typeface="Times New Roman"/>
              </a:rPr>
              <a:t>Installation of software to the raspberry pi takes a more time so we got time delayed in software part.</a:t>
            </a:r>
            <a:endParaRPr lang="en-US" sz="2000">
              <a:latin typeface="Times New Roman"/>
              <a:ea typeface="+mn-lt"/>
              <a:cs typeface="Times New Roman"/>
            </a:endParaRPr>
          </a:p>
          <a:p>
            <a:r>
              <a:rPr lang="en-IN" sz="2000">
                <a:latin typeface="Times New Roman"/>
                <a:cs typeface="Times New Roman"/>
              </a:rPr>
              <a:t>We had to make sure that we could complete the project with certain limitations such as user friendly and unique</a:t>
            </a:r>
          </a:p>
        </p:txBody>
      </p:sp>
      <p:pic>
        <p:nvPicPr>
          <p:cNvPr id="5" name="Picture 5">
            <a:extLst>
              <a:ext uri="{FF2B5EF4-FFF2-40B4-BE49-F238E27FC236}">
                <a16:creationId xmlns:a16="http://schemas.microsoft.com/office/drawing/2014/main" id="{9CE7CE7C-EFF2-10FD-F803-A3BE225579F0}"/>
              </a:ext>
            </a:extLst>
          </p:cNvPr>
          <p:cNvPicPr>
            <a:picLocks noChangeAspect="1"/>
          </p:cNvPicPr>
          <p:nvPr/>
        </p:nvPicPr>
        <p:blipFill>
          <a:blip r:embed="rId2"/>
          <a:stretch>
            <a:fillRect/>
          </a:stretch>
        </p:blipFill>
        <p:spPr>
          <a:xfrm>
            <a:off x="6719367" y="2976119"/>
            <a:ext cx="4788505" cy="217350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3"/>
          <p:cNvSpPr>
            <a:spLocks noGrp="1"/>
          </p:cNvSpPr>
          <p:nvPr>
            <p:ph type="sldNum" sz="quarter" idx="12"/>
          </p:nvPr>
        </p:nvSpPr>
        <p:spPr>
          <a:xfrm>
            <a:off x="8610600" y="6356350"/>
            <a:ext cx="2743200" cy="365125"/>
          </a:xfrm>
        </p:spPr>
        <p:txBody>
          <a:bodyPr>
            <a:normAutofit/>
          </a:bodyPr>
          <a:lstStyle/>
          <a:p>
            <a:pPr>
              <a:spcAft>
                <a:spcPts val="600"/>
              </a:spcAft>
              <a:defRPr/>
            </a:pPr>
            <a:fld id="{815EC703-C051-410C-8BA1-62752E291E83}" type="slidenum">
              <a:rPr lang="en-US" altLang="en-US" sz="1000"/>
              <a:pPr>
                <a:spcAft>
                  <a:spcPts val="600"/>
                </a:spcAft>
                <a:defRPr/>
              </a:pPr>
              <a:t>3</a:t>
            </a:fld>
            <a:endParaRPr lang="en-US" altLang="en-US" sz="1000"/>
          </a:p>
        </p:txBody>
      </p:sp>
    </p:spTree>
    <p:extLst>
      <p:ext uri="{BB962C8B-B14F-4D97-AF65-F5344CB8AC3E}">
        <p14:creationId xmlns:p14="http://schemas.microsoft.com/office/powerpoint/2010/main" val="103887700"/>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lstStyle/>
          <a:p>
            <a:r>
              <a:rPr lang="en-IN" altLang="en-US" sz="3200" b="1" dirty="0">
                <a:solidFill>
                  <a:srgbClr val="0070C0"/>
                </a:solidFill>
                <a:latin typeface="Times New Roman" panose="02020603050405020304" pitchFamily="18" charset="0"/>
                <a:cs typeface="Times New Roman" panose="02020603050405020304" pitchFamily="18" charset="0"/>
              </a:rPr>
              <a:t>Circuit/Block Diagram</a:t>
            </a:r>
            <a:endParaRPr lang="en-US" sz="3200" dirty="0">
              <a:latin typeface="Times New Roman" panose="02020603050405020304" pitchFamily="18" charset="0"/>
              <a:cs typeface="Times New Roman" panose="02020603050405020304" pitchFamily="18" charset="0"/>
            </a:endParaRPr>
          </a:p>
        </p:txBody>
      </p:sp>
      <p:pic>
        <p:nvPicPr>
          <p:cNvPr id="5" name="Picture 5">
            <a:extLst>
              <a:ext uri="{FF2B5EF4-FFF2-40B4-BE49-F238E27FC236}">
                <a16:creationId xmlns:a16="http://schemas.microsoft.com/office/drawing/2014/main" id="{D3797FF2-2061-05E7-6648-B5BFE53FDECF}"/>
              </a:ext>
            </a:extLst>
          </p:cNvPr>
          <p:cNvPicPr>
            <a:picLocks noGrp="1" noChangeAspect="1"/>
          </p:cNvPicPr>
          <p:nvPr>
            <p:ph idx="1"/>
          </p:nvPr>
        </p:nvPicPr>
        <p:blipFill>
          <a:blip r:embed="rId2"/>
          <a:stretch>
            <a:fillRect/>
          </a:stretch>
        </p:blipFill>
        <p:spPr>
          <a:xfrm>
            <a:off x="1605188" y="935186"/>
            <a:ext cx="9168529" cy="4385340"/>
          </a:xfrm>
        </p:spPr>
      </p:pic>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973887109"/>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F195F4C-44D2-4F45-A0AC-21646A9D27BF}" type="slidenum">
              <a:rPr lang="en-US" altLang="en-US" smtClean="0"/>
              <a:pPr>
                <a:defRPr/>
              </a:pPr>
              <a:t>5</a:t>
            </a:fld>
            <a:endParaRPr lang="en-US" altLang="en-US"/>
          </a:p>
        </p:txBody>
      </p:sp>
      <p:sp>
        <p:nvSpPr>
          <p:cNvPr id="3" name="Title 1"/>
          <p:cNvSpPr txBox="1">
            <a:spLocks/>
          </p:cNvSpPr>
          <p:nvPr/>
        </p:nvSpPr>
        <p:spPr>
          <a:xfrm>
            <a:off x="1203960" y="443503"/>
            <a:ext cx="10515600" cy="627652"/>
          </a:xfrm>
          <a:prstGeom prst="rect">
            <a:avLst/>
          </a:prstGeom>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defTabSz="914400"/>
            <a:r>
              <a:rPr lang="en-IN" altLang="en-US" sz="3200" b="1" dirty="0">
                <a:solidFill>
                  <a:srgbClr val="0070C0"/>
                </a:solidFill>
                <a:latin typeface="Times New Roman" panose="02020603050405020304" pitchFamily="18" charset="0"/>
                <a:cs typeface="Times New Roman" panose="02020603050405020304" pitchFamily="18" charset="0"/>
              </a:rPr>
              <a:t>Results and Discussions</a:t>
            </a:r>
            <a:endParaRPr lang="en-US" sz="32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203960" y="1828800"/>
            <a:ext cx="8591005" cy="400110"/>
          </a:xfrm>
          <a:prstGeom prst="rect">
            <a:avLst/>
          </a:prstGeom>
          <a:noFill/>
        </p:spPr>
        <p:txBody>
          <a:bodyPr wrap="square" lIns="91440" tIns="45720" rIns="91440" bIns="45720" rtlCol="0" anchor="t">
            <a:spAutoFit/>
          </a:bodyPr>
          <a:lstStyle/>
          <a:p>
            <a:endParaRPr lang="en-GB" sz="2000" dirty="0">
              <a:solidFill>
                <a:srgbClr val="0070C0"/>
              </a:solidFill>
              <a:latin typeface="Calibri"/>
              <a:cs typeface="Arial"/>
            </a:endParaRPr>
          </a:p>
        </p:txBody>
      </p:sp>
      <p:pic>
        <p:nvPicPr>
          <p:cNvPr id="5" name="Picture 5">
            <a:extLst>
              <a:ext uri="{FF2B5EF4-FFF2-40B4-BE49-F238E27FC236}">
                <a16:creationId xmlns:a16="http://schemas.microsoft.com/office/drawing/2014/main" id="{039B6A83-BB36-2D0B-BC7D-1B5F1751A4E0}"/>
              </a:ext>
            </a:extLst>
          </p:cNvPr>
          <p:cNvPicPr>
            <a:picLocks noChangeAspect="1"/>
          </p:cNvPicPr>
          <p:nvPr/>
        </p:nvPicPr>
        <p:blipFill>
          <a:blip r:embed="rId2"/>
          <a:stretch>
            <a:fillRect/>
          </a:stretch>
        </p:blipFill>
        <p:spPr>
          <a:xfrm>
            <a:off x="7944929" y="1470804"/>
            <a:ext cx="3706482" cy="3743864"/>
          </a:xfrm>
          <a:prstGeom prst="rect">
            <a:avLst/>
          </a:prstGeom>
        </p:spPr>
      </p:pic>
      <p:pic>
        <p:nvPicPr>
          <p:cNvPr id="6" name="Picture 6">
            <a:extLst>
              <a:ext uri="{FF2B5EF4-FFF2-40B4-BE49-F238E27FC236}">
                <a16:creationId xmlns:a16="http://schemas.microsoft.com/office/drawing/2014/main" id="{EFB2260A-5A36-3A76-E2A3-B391EEF6AEC9}"/>
              </a:ext>
            </a:extLst>
          </p:cNvPr>
          <p:cNvPicPr>
            <a:picLocks noChangeAspect="1"/>
          </p:cNvPicPr>
          <p:nvPr/>
        </p:nvPicPr>
        <p:blipFill>
          <a:blip r:embed="rId3"/>
          <a:stretch>
            <a:fillRect/>
          </a:stretch>
        </p:blipFill>
        <p:spPr>
          <a:xfrm>
            <a:off x="7743646" y="1312654"/>
            <a:ext cx="4109047" cy="4045787"/>
          </a:xfrm>
          <a:prstGeom prst="rect">
            <a:avLst/>
          </a:prstGeom>
        </p:spPr>
      </p:pic>
      <p:sp>
        <p:nvSpPr>
          <p:cNvPr id="7" name="TextBox 6">
            <a:extLst>
              <a:ext uri="{FF2B5EF4-FFF2-40B4-BE49-F238E27FC236}">
                <a16:creationId xmlns:a16="http://schemas.microsoft.com/office/drawing/2014/main" id="{F9768CE7-536E-B5FD-2E90-14A0DC252730}"/>
              </a:ext>
            </a:extLst>
          </p:cNvPr>
          <p:cNvSpPr txBox="1"/>
          <p:nvPr/>
        </p:nvSpPr>
        <p:spPr>
          <a:xfrm>
            <a:off x="641230" y="1072551"/>
            <a:ext cx="6251274"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Calibri"/>
                <a:cs typeface="Arial"/>
              </a:rPr>
              <a:t>In this prototype of Reverse Vending Machine for Recycling Plastic Bottles is successfully generated and the depositor gets drinking water. IR sensor was used for the detection of plastic bottles. Inlet of machine opens only when the machine detects plastic bottle else it remains closed. Once the depositor completes depositing the bottles he/she receives drinking water  accordingly. . When the machine is filled with plastic bottles ,they  can be  sent to the recycling center for recycling</a:t>
            </a:r>
          </a:p>
        </p:txBody>
      </p:sp>
    </p:spTree>
    <p:extLst>
      <p:ext uri="{BB962C8B-B14F-4D97-AF65-F5344CB8AC3E}">
        <p14:creationId xmlns:p14="http://schemas.microsoft.com/office/powerpoint/2010/main" val="3740294058"/>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4800" dirty="0">
                <a:solidFill>
                  <a:srgbClr val="FFFF00"/>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6</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8975439"/>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3798440382"/>
      </p:ext>
    </p:extLst>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7617</TotalTime>
  <Words>447</Words>
  <Application>Microsoft Office PowerPoint</Application>
  <PresentationFormat>Widescreen</PresentationFormat>
  <Paragraphs>44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Innovative Projects- Raspberry-pi Using Python (CSE1003)  Phase –II Review Presentation   TITLE OF THE PROJECT AUTOMATIC VENDING MACHINE FOR RECYCLEABLE WATER WASTE USING RASPBERRY PI  </vt:lpstr>
      <vt:lpstr>Project Brief Summery</vt:lpstr>
      <vt:lpstr>Challenges Faced in Project</vt:lpstr>
      <vt:lpstr>Circuit/Block Diagram</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Shreyas RN</cp:lastModifiedBy>
  <cp:revision>1024</cp:revision>
  <cp:lastPrinted>2018-07-24T06:37:20Z</cp:lastPrinted>
  <dcterms:created xsi:type="dcterms:W3CDTF">2018-06-07T04:06:17Z</dcterms:created>
  <dcterms:modified xsi:type="dcterms:W3CDTF">2022-12-28T03:59:24Z</dcterms:modified>
</cp:coreProperties>
</file>